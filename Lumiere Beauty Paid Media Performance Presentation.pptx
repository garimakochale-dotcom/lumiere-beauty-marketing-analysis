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91D9-36A4-61CD-AC27-5CCF5F2EF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7" y="3428998"/>
            <a:ext cx="5900426" cy="2268559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Lumiere Beauty Paid Media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31F0B-4E32-1CE6-EAE4-2E5C13552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/>
              <a:t>Oct-Nov Campaign Analysis</a:t>
            </a:r>
          </a:p>
        </p:txBody>
      </p:sp>
    </p:spTree>
    <p:extLst>
      <p:ext uri="{BB962C8B-B14F-4D97-AF65-F5344CB8AC3E}">
        <p14:creationId xmlns:p14="http://schemas.microsoft.com/office/powerpoint/2010/main" val="251229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FDEA-17A9-18B7-8CE1-57CADB562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539" y="1296785"/>
            <a:ext cx="8113222" cy="4753159"/>
          </a:xfrm>
        </p:spPr>
        <p:txBody>
          <a:bodyPr/>
          <a:lstStyle/>
          <a:p>
            <a:r>
              <a:rPr lang="en-US" sz="2400" dirty="0"/>
              <a:t>Multi-channel campaign analysis across Meta, Google, </a:t>
            </a:r>
            <a:r>
              <a:rPr lang="en-US" sz="2400" dirty="0" err="1"/>
              <a:t>youTube</a:t>
            </a:r>
            <a:r>
              <a:rPr lang="en-US" sz="2400" dirty="0"/>
              <a:t> &amp; Influencers</a:t>
            </a:r>
          </a:p>
          <a:p>
            <a:r>
              <a:rPr lang="en-US" sz="2400" dirty="0"/>
              <a:t>Objective: Evaluate performance &amp; identify optimization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28557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D1DD-820E-ACD8-450A-1623BCBC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EXECUTIVE SUMMARY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DB9C-BCAD-D422-2D93-49DE352F9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Retargeting campaigns delivered highest efficiency and conversions </a:t>
            </a:r>
          </a:p>
          <a:p>
            <a:r>
              <a:rPr lang="en-US" dirty="0"/>
              <a:t>Brand keywords drove majority of revenue in search campaigns </a:t>
            </a:r>
          </a:p>
          <a:p>
            <a:r>
              <a:rPr lang="en-US" dirty="0"/>
              <a:t>Feed placement &amp; mobile devices dominated overall performance </a:t>
            </a:r>
          </a:p>
        </p:txBody>
      </p:sp>
    </p:spTree>
    <p:extLst>
      <p:ext uri="{BB962C8B-B14F-4D97-AF65-F5344CB8AC3E}">
        <p14:creationId xmlns:p14="http://schemas.microsoft.com/office/powerpoint/2010/main" val="333808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E911-B393-6CEE-7CD2-0264FFE8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Retargeting Wins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971B-1364-9842-AB51-84AF23C82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0" y="2895600"/>
            <a:ext cx="6210300" cy="2933700"/>
          </a:xfrm>
        </p:spPr>
        <p:txBody>
          <a:bodyPr/>
          <a:lstStyle/>
          <a:p>
            <a:r>
              <a:rPr lang="en-US" dirty="0"/>
              <a:t>Retargeting generated significantly higher revenue vs prospecting </a:t>
            </a:r>
          </a:p>
          <a:p>
            <a:r>
              <a:rPr lang="en-US" dirty="0"/>
              <a:t>Prospecting showed lower efficiency (low ROAS) </a:t>
            </a:r>
          </a:p>
          <a:p>
            <a:r>
              <a:rPr lang="en-US" dirty="0"/>
              <a:t>Suggestion: Increase retargeting budget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88188-C1DF-D42E-F7EB-2A88302C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895600"/>
            <a:ext cx="3810000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3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324D-4C8B-AB19-879D-7EC2AD9E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Feed Leads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EEE7-2CB6-FEC4-D426-B966C6F18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49" y="2052116"/>
            <a:ext cx="5960039" cy="3997828"/>
          </a:xfrm>
        </p:spPr>
        <p:txBody>
          <a:bodyPr/>
          <a:lstStyle/>
          <a:p>
            <a:r>
              <a:rPr lang="en-US" dirty="0"/>
              <a:t>Feed placement contributed highest conversions </a:t>
            </a:r>
          </a:p>
          <a:p>
            <a:r>
              <a:rPr lang="en-US" dirty="0"/>
              <a:t>Reels &amp; Stories showed lower performance </a:t>
            </a:r>
          </a:p>
          <a:p>
            <a:r>
              <a:rPr lang="en-US" dirty="0"/>
              <a:t>Optimize creatives for Feed placements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48628-27FD-F574-1D40-527C724F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61" y="2857500"/>
            <a:ext cx="4188388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3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AE11-CEF2-DAB3-ED8F-5BE75F22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Brand Leads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D9A0C-5967-EA01-A28E-3C0628877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649" y="2425160"/>
            <a:ext cx="5734051" cy="3624784"/>
          </a:xfrm>
        </p:spPr>
        <p:txBody>
          <a:bodyPr/>
          <a:lstStyle/>
          <a:p>
            <a:r>
              <a:rPr lang="en-US" dirty="0"/>
              <a:t>Brand keywords drove majority of conversions </a:t>
            </a:r>
          </a:p>
          <a:p>
            <a:r>
              <a:rPr lang="en-US" dirty="0"/>
              <a:t>Generic &amp; competitor keywords underperformed </a:t>
            </a:r>
          </a:p>
          <a:p>
            <a:r>
              <a:rPr lang="en-US" dirty="0"/>
              <a:t>Strong brand intent observed 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2E291-74B5-AD4D-EFE2-353480C2A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971800"/>
            <a:ext cx="4305298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4AB6-89F6-7C3E-F171-4E4E5A2B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Non-Skippable Wins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E628-D902-2F77-EFA3-8CE71C1DC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8301" y="2242616"/>
            <a:ext cx="5734050" cy="3997828"/>
          </a:xfrm>
        </p:spPr>
        <p:txBody>
          <a:bodyPr/>
          <a:lstStyle/>
          <a:p>
            <a:r>
              <a:rPr lang="en-US" dirty="0"/>
              <a:t>Non-skippable ads showed higher engagement </a:t>
            </a:r>
          </a:p>
          <a:p>
            <a:r>
              <a:rPr lang="en-US" dirty="0"/>
              <a:t>Skippable ads delivered lower completion </a:t>
            </a:r>
          </a:p>
          <a:p>
            <a:r>
              <a:rPr lang="en-US" dirty="0"/>
              <a:t>Focus on high-attention formats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64AEC-CA7A-9BDB-4BC0-6F5EC83B8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990850"/>
            <a:ext cx="4152899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1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94E7-B70E-AF5E-FAF9-2B74083C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Top Creators Dominate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32CFB-332D-2FCF-18B9-F4516756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247900"/>
            <a:ext cx="6248400" cy="3802044"/>
          </a:xfrm>
        </p:spPr>
        <p:txBody>
          <a:bodyPr/>
          <a:lstStyle/>
          <a:p>
            <a:r>
              <a:rPr lang="en-US" dirty="0"/>
              <a:t>Few influencers contributed majority revenue </a:t>
            </a:r>
          </a:p>
          <a:p>
            <a:r>
              <a:rPr lang="en-US" dirty="0"/>
              <a:t>Long-tail creators had minimal impact </a:t>
            </a:r>
          </a:p>
          <a:p>
            <a:r>
              <a:rPr lang="en-US" dirty="0"/>
              <a:t>Focus budget on top performers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C2F9D-D2FA-D028-65B7-857733C9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371" y="2952750"/>
            <a:ext cx="3791479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7C8E-2474-002C-98AB-A915AF1C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October Peak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F3387-CB37-4589-AF69-03DC76D0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9" y="2052116"/>
            <a:ext cx="6115051" cy="3997828"/>
          </a:xfrm>
        </p:spPr>
        <p:txBody>
          <a:bodyPr/>
          <a:lstStyle/>
          <a:p>
            <a:r>
              <a:rPr lang="en-US" dirty="0"/>
              <a:t>Revenue peaked in October (festive demand) </a:t>
            </a:r>
          </a:p>
          <a:p>
            <a:r>
              <a:rPr lang="en-US" dirty="0"/>
              <a:t>Strong correlation between campaign spend &amp; sales </a:t>
            </a:r>
          </a:p>
          <a:p>
            <a:r>
              <a:rPr lang="en-US" dirty="0"/>
              <a:t>Performance normalized post peak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48653-0802-511D-65B3-73591D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48" y="2743200"/>
            <a:ext cx="3848101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5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AE317-24B1-EBA2-F749-741F7332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CHANNEL SCORECARD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CD917B4-95A1-FEF1-E9CE-8B3465810D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384312"/>
              </p:ext>
            </p:extLst>
          </p:nvPr>
        </p:nvGraphicFramePr>
        <p:xfrm>
          <a:off x="2773363" y="2052638"/>
          <a:ext cx="77962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8106">
                  <a:extLst>
                    <a:ext uri="{9D8B030D-6E8A-4147-A177-3AD203B41FA5}">
                      <a16:colId xmlns:a16="http://schemas.microsoft.com/office/drawing/2014/main" val="751977452"/>
                    </a:ext>
                  </a:extLst>
                </a:gridCol>
                <a:gridCol w="3898106">
                  <a:extLst>
                    <a:ext uri="{9D8B030D-6E8A-4147-A177-3AD203B41FA5}">
                      <a16:colId xmlns:a16="http://schemas.microsoft.com/office/drawing/2014/main" val="3856809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Channel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25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11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61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35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Influencer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688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5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623F-D971-5701-8BA1-307BFB71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RECOMMENDATIONS – DO DIFFERENTLY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871EF-B1AF-B526-B321-94306BC39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spend on underperforming placements </a:t>
            </a:r>
          </a:p>
          <a:p>
            <a:r>
              <a:rPr lang="en-US" dirty="0"/>
              <a:t>Optimize non-performing keyword groups </a:t>
            </a:r>
          </a:p>
          <a:p>
            <a:r>
              <a:rPr lang="en-US" dirty="0"/>
              <a:t>Improve targeting for prospecting campaigns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03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9E62-4EE6-3F2E-32F7-F7160AEC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RECOMMENDATIONS – KEEP SAME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EDE40-E3CD-6D12-2B94-7FE9E9B52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 strong focus on retargeting </a:t>
            </a:r>
          </a:p>
          <a:p>
            <a:r>
              <a:rPr lang="en-US" dirty="0"/>
              <a:t>Maintain brand keyword strategy </a:t>
            </a:r>
          </a:p>
          <a:p>
            <a:r>
              <a:rPr lang="en-US" dirty="0"/>
              <a:t>Scale top-performing influencers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9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9931D-27BA-22AA-693A-A335F075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MEASUREMENT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1AE71-6F12-937F-072F-29109EC1B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tracking &amp; attribution (UTM structure) </a:t>
            </a:r>
          </a:p>
          <a:p>
            <a:r>
              <a:rPr lang="en-US" dirty="0"/>
              <a:t>Run A/B testing on creatives </a:t>
            </a:r>
          </a:p>
          <a:p>
            <a:r>
              <a:rPr lang="en-US" dirty="0"/>
              <a:t>Monitor ROAS &amp; conversion trends regularly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28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1860-4881-B9AF-EE33-909A246A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A5CC5-EF31-BB1E-3FE1-CC53366C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Retargeting emerged as the most efficient driver of conversions and ROAS </a:t>
            </a:r>
          </a:p>
          <a:p>
            <a:r>
              <a:rPr lang="en-US" dirty="0"/>
              <a:t>Brand-led search strategy significantly contributed to revenue growth </a:t>
            </a:r>
          </a:p>
          <a:p>
            <a:r>
              <a:rPr lang="en-US" dirty="0"/>
              <a:t>Feed placements and mobile devices dominated overall performance </a:t>
            </a:r>
          </a:p>
          <a:p>
            <a:r>
              <a:rPr lang="en-US" dirty="0"/>
              <a:t>Focus should be on scaling high-performing channels and optimizing low-performing areas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268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B087-148B-3759-E0BD-1DD46862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1475" y="1800225"/>
            <a:ext cx="3829050" cy="28765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                                     </a:t>
            </a:r>
            <a:r>
              <a:rPr lang="en-US" sz="3200" b="1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449133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Lumiere Beauty Paid Media Performance</Template>
  <TotalTime>0</TotalTime>
  <Words>278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MS Shell Dlg 2</vt:lpstr>
      <vt:lpstr>Wingdings</vt:lpstr>
      <vt:lpstr>Wingdings 3</vt:lpstr>
      <vt:lpstr>Madison</vt:lpstr>
      <vt:lpstr>Lumiere Beauty Paid Media Performance</vt:lpstr>
      <vt:lpstr>PowerPoint Presentation</vt:lpstr>
      <vt:lpstr>EXECUTIVE SUMMARY </vt:lpstr>
      <vt:lpstr>Retargeting Wins</vt:lpstr>
      <vt:lpstr>Feed Leads</vt:lpstr>
      <vt:lpstr>Brand Leads</vt:lpstr>
      <vt:lpstr>Non-Skippable Wins</vt:lpstr>
      <vt:lpstr>Top Creators Dominate</vt:lpstr>
      <vt:lpstr>October Peak</vt:lpstr>
      <vt:lpstr>CHANNEL SCORECARD</vt:lpstr>
      <vt:lpstr>RECOMMENDATIONS – DO DIFFERENTLY</vt:lpstr>
      <vt:lpstr>RECOMMENDATIONS – KEEP SAME</vt:lpstr>
      <vt:lpstr>MEASUREMENT PLAN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garima kochale</dc:creator>
  <cp:lastModifiedBy>garima kochale</cp:lastModifiedBy>
  <cp:revision>2</cp:revision>
  <dcterms:created xsi:type="dcterms:W3CDTF">2026-05-04T06:36:10Z</dcterms:created>
  <dcterms:modified xsi:type="dcterms:W3CDTF">2026-05-04T06:40:56Z</dcterms:modified>
</cp:coreProperties>
</file>